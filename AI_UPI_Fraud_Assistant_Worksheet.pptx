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65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3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71E11-F55A-2845-9549-513F115D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A43BE-65BD-957D-3D67-A51118776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A520F-B921-7B4B-35D4-A0D2D1FB4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DD8CD-DF3F-BABC-0913-95E2CA806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7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4242-3EB1-0B24-4147-1E724AB4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9DD73-9645-E601-D9FB-739596FFC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30857-80EE-B8E6-9318-387372703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07E50-2312-18E7-1868-97C5A7584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9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72F05-55EB-714B-C489-4877993B5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55A88-CF60-BC40-A97C-5ED6FB142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D261C-B426-DDD8-5975-F91D7F2B1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70AF8-8B24-B544-A861-AC8B0BAE2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44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DE9ED-525A-1AD2-BEBB-0925AAEE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3A9CD-C6EF-8774-50F4-77359F517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D2E56-811C-E58B-4AEF-0461946D1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1065C-E32A-98C6-B94D-626941E08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07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0EF8-4FD2-8EFB-CEF1-0A3EBA1C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1B7E1-82BF-D5E2-7C71-B43443F3D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BFCCB-F558-7A8C-5E3E-64FDBA59D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9DA6-8BA0-AD64-9602-88AC6616E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4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9  ·  AI Revolution &amp; Digital Futures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Worksheet  ·  Work through this together as a group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2004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0A4A8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scams are rising fast in India. Most people know how to use UPI but don't know the common tricks scammers use. Your team is building a chatbot that helps people spot these tricks before they lose money.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3200400"/>
            <a:ext cx="5650992" cy="3108960"/>
          </a:xfrm>
          <a:prstGeom prst="roundRect">
            <a:avLst>
              <a:gd name="adj" fmla="val 2353"/>
            </a:avLst>
          </a:prstGeom>
          <a:solidFill>
            <a:srgbClr val="0078D4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37490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chatbot that helps people recognise common UPI fraud tricks and stay safe, before they lose money. This worksheet covers research, ideation, and design.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49834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a researched list of fraud tricks and red flags  ·  a documented chatbot conversation design  ·  a pitch and safety poster for your assistant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AEC755-49F0-9D48-E2D5-07A8D9EA9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" y="441009"/>
            <a:ext cx="1381125" cy="626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RESEARCH THE FRAUD TRICKS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document 5 common UPI fraud tricks from news articles or police advisories. For each: the fraud's name, how it works in simple steps, and one red flag to spot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017336"/>
            <a:ext cx="11457432" cy="4402318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892808"/>
            <a:ext cx="11430000" cy="4526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9E9F9C-5E7A-2F0D-EBDB-8AF88AFAB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2603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FD746-2F1C-3A2A-AC6E-F1FBCB06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F6B4A3A-39EA-7C98-1BA5-3F7DD5476C92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E6522BB-C4D3-03C3-BF52-8F9563FF9E15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B88FD5B-3F27-25C9-E87E-A777585EF790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·  RESEARCH THE FRAUD TRICKS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08534AC-0429-318C-7199-6E89D4C23322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14A9A27-97CD-D125-F046-98BA60E5A708}"/>
              </a:ext>
            </a:extLst>
          </p:cNvPr>
          <p:cNvSpPr/>
          <p:nvPr/>
        </p:nvSpPr>
        <p:spPr>
          <a:xfrm>
            <a:off x="36576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2-3 real statistics about UPI fraud in India (how common it is, how much money is lost), and cite where you found them. Then name 2 emotions or tricks scammers use to make people fall for scams think fear, urgency, greed, or trust.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C01F15C-D4BA-A1FA-A8F9-5CFC6C657620}"/>
              </a:ext>
            </a:extLst>
          </p:cNvPr>
          <p:cNvSpPr/>
          <p:nvPr/>
        </p:nvSpPr>
        <p:spPr>
          <a:xfrm>
            <a:off x="365760" y="1929385"/>
            <a:ext cx="11457432" cy="4471415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967524D-1691-C70C-4F3C-12A1014BB9FA}"/>
              </a:ext>
            </a:extLst>
          </p:cNvPr>
          <p:cNvSpPr/>
          <p:nvPr/>
        </p:nvSpPr>
        <p:spPr>
          <a:xfrm>
            <a:off x="365760" y="1929385"/>
            <a:ext cx="11457432" cy="44714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30E0DA-77A5-0412-9635-ED830F12B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2603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3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TALK TO REAL PEOPLE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2 people about their UPI experience. Have they seen a suspicious message or call? What happened? Write what each person said, and their age or relation to you.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1972638"/>
            <a:ext cx="11457432" cy="4475296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972638"/>
            <a:ext cx="11430000" cy="447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A8C1C0-CF8F-7409-1908-68728C5A1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52603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EF185-41E6-68E2-CDD7-3943A865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0C00660-E69F-F30D-56F9-F3E1C19676A3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8390258-E070-3369-664E-4C79F507C24A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93BCB5-0614-2AC5-F69B-5B50B83F9356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·  TALK TO REAL PEOPLE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0EEEC09-25FF-19A4-5040-6F96E90A88BD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622F318-9116-B216-8B8B-CF99BDB531B4}"/>
              </a:ext>
            </a:extLst>
          </p:cNvPr>
          <p:cNvSpPr/>
          <p:nvPr/>
        </p:nvSpPr>
        <p:spPr>
          <a:xfrm>
            <a:off x="365760" y="1259407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out what NPCI, a bank, or the police have already done to warn people about UPI fraud. What's missing? A quick web search for “UPI safety campaign” is a good start.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9883FFA-DAAF-A517-D3C6-FE6750EDECB8}"/>
              </a:ext>
            </a:extLst>
          </p:cNvPr>
          <p:cNvSpPr/>
          <p:nvPr/>
        </p:nvSpPr>
        <p:spPr>
          <a:xfrm>
            <a:off x="365760" y="1828800"/>
            <a:ext cx="11457432" cy="457200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2C0DB4B-F390-E573-A8F2-AB50D2D7D0BF}"/>
              </a:ext>
            </a:extLst>
          </p:cNvPr>
          <p:cNvSpPr/>
          <p:nvPr/>
        </p:nvSpPr>
        <p:spPr>
          <a:xfrm>
            <a:off x="396240" y="1828800"/>
            <a:ext cx="1145743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0C570A-BB7C-A642-BA3D-987A8E93F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52603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3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DESIGN YOUR CHATBOT'S FLOW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2 free chatbot-building tools (like ManyChat, Tidio, or Landbot) - which is easier for your team to use, and why? Then draw or describe a simple flowchart (4-5 boxes): user describes a situation → chatbot asks a question → chatbot decides if it's a scam → chatbot gives a warning.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106201"/>
            <a:ext cx="11457432" cy="4275745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106201"/>
            <a:ext cx="11320272" cy="4275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79011-0194-5001-1604-ECB2B18B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6F21D-4433-14E3-E29F-125DE693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6B1376D-4AFE-8C6D-957B-D249701797D7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B720FA6-D019-C8CC-C60D-8DC93C007FF5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1B01766-2E04-3661-11AB-F714D152B6C2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·  DESIGN YOUR CHATBOT'S FLOW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C8DD936-55D0-CE1C-9C63-E42105371209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380640C-B3BF-627C-CC33-B3E0C35AD135}"/>
              </a:ext>
            </a:extLst>
          </p:cNvPr>
          <p:cNvSpPr/>
          <p:nvPr/>
        </p:nvSpPr>
        <p:spPr>
          <a:xfrm>
            <a:off x="365760" y="1307592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1 fraud type and write the full conversation: what the user says, what the chatbot asks, and what warning it gives make it sound natural, not robotic. What should the chatbot say if the situation isn't actually a scam? It should reassure without sounding dismissive.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0593724-782B-605D-F7ED-9B787A3F439B}"/>
              </a:ext>
            </a:extLst>
          </p:cNvPr>
          <p:cNvSpPr/>
          <p:nvPr/>
        </p:nvSpPr>
        <p:spPr>
          <a:xfrm>
            <a:off x="365760" y="1913641"/>
            <a:ext cx="11457432" cy="4487159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5F3658E-D946-D2A8-17D3-8F6551E1D61B}"/>
              </a:ext>
            </a:extLst>
          </p:cNvPr>
          <p:cNvSpPr/>
          <p:nvPr/>
        </p:nvSpPr>
        <p:spPr>
          <a:xfrm>
            <a:off x="396240" y="1913641"/>
            <a:ext cx="11399520" cy="4487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0E0EAA-36A8-BD9E-0C35-E8B90F9F2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9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·  WRITE THE MESSAGES &amp; DESIGN THE POSTER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chatbot's opening message. Keep it short, friendly, and clear about what it does. Then write 2 warning messages for 2 different fraud types; each should clearly say it's a scam, explain why, and tell the person what to do. Be clear and calm - not scary or preachy.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024010"/>
            <a:ext cx="11457432" cy="440507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046097"/>
            <a:ext cx="11430000" cy="43829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9B0CC3-793E-E06C-5A8D-CCDD665F4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4290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EE39D-516E-95E3-6E06-0BA92BA3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C005F1E-C894-5988-F8BF-A5F25DDDAD6D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93DC39D-6403-C6A2-2C79-9D531809ACE3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F37594-7A5A-21D7-EC91-43EE65450136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 ·  WRITE THE MESSAGES &amp; DESIGN THE POSTER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31F6D2-D2B9-6728-FB81-F8162FEC59A6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5A95E6D-E249-19F2-B308-4F3A126F7CD7}"/>
              </a:ext>
            </a:extLst>
          </p:cNvPr>
          <p:cNvSpPr/>
          <p:nvPr/>
        </p:nvSpPr>
        <p:spPr>
          <a:xfrm>
            <a:off x="365760" y="1303097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a simple safety poster for WhatsApp with your top 5 UPI safety rules. Think about what would make someone actually stop and read it. Upload a photo of your sketch hand-drawn is fine.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510C45C-FDA3-5F0F-7588-D7BF9DACF245}"/>
              </a:ext>
            </a:extLst>
          </p:cNvPr>
          <p:cNvSpPr/>
          <p:nvPr/>
        </p:nvSpPr>
        <p:spPr>
          <a:xfrm>
            <a:off x="338328" y="1875938"/>
            <a:ext cx="11457432" cy="4546798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7B41A84-4087-8294-4908-BE39EF10674A}"/>
              </a:ext>
            </a:extLst>
          </p:cNvPr>
          <p:cNvSpPr/>
          <p:nvPr/>
        </p:nvSpPr>
        <p:spPr>
          <a:xfrm>
            <a:off x="215448" y="4246644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Insert your sketch here - In PowerPoint: Insert → Pictures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C2E289-D4AE-6D56-D0BC-439B86262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4290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6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·  PLAN YOUR TESTING &amp; PITCH IT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how you'll test your chatbot with 5 real people over a few days. Who will you ask? Then write how you'll measure if they learned something: 2-3 simple before/after questions, asked the same or similar way both times.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121031"/>
            <a:ext cx="11457432" cy="4289196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6240" y="2121031"/>
            <a:ext cx="11457432" cy="4289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3CD0FA-C827-6290-BE97-37143FB1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397B8-7867-F97C-C6C0-0D0D7AE0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A2DC8DA-D9FD-6088-B740-58A830173CEA}"/>
              </a:ext>
            </a:extLst>
          </p:cNvPr>
          <p:cNvSpPr/>
          <p:nvPr/>
        </p:nvSpPr>
        <p:spPr>
          <a:xfrm>
            <a:off x="4572000" y="2926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AWARENESS ASSISTANT - TEAM WORKSHEET</a:t>
            </a:r>
            <a:endParaRPr lang="en-US" sz="11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051FAAE-07AF-DA30-A8A9-EF6052EB59A9}"/>
              </a:ext>
            </a:extLst>
          </p:cNvPr>
          <p:cNvSpPr/>
          <p:nvPr/>
        </p:nvSpPr>
        <p:spPr>
          <a:xfrm>
            <a:off x="365760" y="841248"/>
            <a:ext cx="1145743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70058F-3165-7C70-E997-6F06356665EE}"/>
              </a:ext>
            </a:extLst>
          </p:cNvPr>
          <p:cNvSpPr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 ·  PLAN YOUR TESTING &amp; PITCH IT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BD1822-2955-13A0-7BDA-A8C8E7F54627}"/>
              </a:ext>
            </a:extLst>
          </p:cNvPr>
          <p:cNvSpPr/>
          <p:nvPr/>
        </p:nvSpPr>
        <p:spPr>
          <a:xfrm>
            <a:off x="365760" y="6528816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JIGSAW  |  Edition 7  |  Grade 9  ·  AI Revolution &amp; Digital Futures  ·  UPI Fraud Awareness Assistant  ·  Team Worksheet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10D8B51-5927-A0F7-3B0A-F7DCF86621DA}"/>
              </a:ext>
            </a:extLst>
          </p:cNvPr>
          <p:cNvSpPr/>
          <p:nvPr/>
        </p:nvSpPr>
        <p:spPr>
          <a:xfrm>
            <a:off x="365760" y="1344168"/>
            <a:ext cx="114574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Q10.  </a:t>
            </a: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pitch: the problem, your chatbot solution, and what you're asking a school or the police to do. End with a clear, specific ask.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0627429-9FCC-89AB-5307-1B0B4D3F9421}"/>
              </a:ext>
            </a:extLst>
          </p:cNvPr>
          <p:cNvSpPr/>
          <p:nvPr/>
        </p:nvSpPr>
        <p:spPr>
          <a:xfrm>
            <a:off x="365760" y="1725105"/>
            <a:ext cx="11457432" cy="4628561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0BA9878-F9DB-5CA1-FC87-BD79DC232A76}"/>
              </a:ext>
            </a:extLst>
          </p:cNvPr>
          <p:cNvSpPr/>
          <p:nvPr/>
        </p:nvSpPr>
        <p:spPr>
          <a:xfrm>
            <a:off x="365760" y="1725105"/>
            <a:ext cx="11430000" cy="46285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your answer here…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F4449D-90BA-9360-CCD6-230F029BE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43459"/>
            <a:ext cx="9239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1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1052</Words>
  <Application>Microsoft Office PowerPoint</Application>
  <PresentationFormat>Widescreen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Golden Orange</cp:lastModifiedBy>
  <cp:revision>3</cp:revision>
  <dcterms:created xsi:type="dcterms:W3CDTF">2026-08-04T08:17:22Z</dcterms:created>
  <dcterms:modified xsi:type="dcterms:W3CDTF">2026-08-04T09:16:03Z</dcterms:modified>
</cp:coreProperties>
</file>